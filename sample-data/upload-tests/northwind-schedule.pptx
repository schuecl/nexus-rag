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Northwind Test Schedule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Fictional milestones for retrieval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review: August 15</a:t>
            </a:r>
          </a:p>
          <a:p>
            <a:r>
              <a:t>Beta review: September 30</a:t>
            </a:r>
          </a:p>
          <a:p>
            <a:r>
              <a:t>Training release: October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